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6858000" cy="9902952"/>
  <p:notesSz cx="9902952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RAIT_CONTENT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813816"/>
            <a:ext cx="5861304" cy="86776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9491472"/>
            <a:ext cx="181051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13432" y="9491472"/>
            <a:ext cx="263347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46904" y="9491472"/>
            <a:ext cx="14173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NDSCAPE_CONTENT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3200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137160"/>
            <a:ext cx="5486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85800"/>
            <a:ext cx="8229600" cy="562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309360"/>
            <a:ext cx="2423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0360" y="6309360"/>
            <a:ext cx="3383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6309360"/>
            <a:ext cx="2423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55448"/>
            <a:ext cx="2788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技术文档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3961181"/>
            <a:ext cx="5486400" cy="1980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Markdown to PPT 功能测试文档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基础文本格式测试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1.1 内联格式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769864" cy="546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这是一段包含 </a:t>
            </a:r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加粗文本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、</a:t>
            </a:r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斜体文本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、</a:t>
            </a:r>
            <a:pPr indent="0" marL="0">
              <a:buNone/>
            </a:pPr>
            <a:r>
              <a:rPr lang="en-US" sz="1200" b="1" i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加粗斜体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和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行内代码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的测试段落。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基础文本格式测试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1.2 列表测试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769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【无序列表】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5586984" cy="1193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第一级列表项 1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第一级列表项 2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第二级列表项 2.1</a:t>
            </a:r>
            <a:pPr lvl="1"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第二级列表项 2.2</a:t>
            </a:r>
            <a:pPr lvl="1"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第一级列表项 3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565400"/>
            <a:ext cx="5769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【有序列表】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976880"/>
            <a:ext cx="5586984" cy="1193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编号列表项 1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编号列表项 2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编号列表项 3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混合嵌套项 3.1</a:t>
            </a:r>
            <a:pPr lvl="1"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混合嵌套项 3.2</a:t>
            </a:r>
            <a:pPr lvl="1" indent="0" marL="0">
              <a:lnSpc>
                <a:spcPts val="18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代码块测试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2.1 Python 代码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5769864" cy="1225296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60120"/>
            <a:ext cx="5586984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calculate_sum(a, b):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"""计算两个数的和"""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 + 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测试函数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print(calculate_sum(10, 20))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代码块测试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2.2 JavaScript 代码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5769864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60120"/>
            <a:ext cx="55869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greet(name)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`Hello, ${name}!`;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console.log(greet("World"));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表格测试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3.1 简单表格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68680"/>
          <a:ext cx="5769864" cy="914400"/>
        </p:xfrm>
        <a:graphic>
          <a:graphicData uri="http://schemas.openxmlformats.org/drawingml/2006/table">
            <a:tbl>
              <a:tblPr/>
              <a:tblGrid>
                <a:gridCol w="1923288"/>
                <a:gridCol w="1923288"/>
                <a:gridCol w="1923288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参数名称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类型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input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String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输入文件路径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output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String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输出文件路径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layout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String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布局类型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表格测试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3.2 复杂表格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68680"/>
          <a:ext cx="5769864" cy="914400"/>
        </p:xfrm>
        <a:graphic>
          <a:graphicData uri="http://schemas.openxmlformats.org/drawingml/2006/table">
            <a:tbl>
              <a:tblPr/>
              <a:tblGrid>
                <a:gridCol w="1442466"/>
                <a:gridCol w="1442466"/>
                <a:gridCol w="1442466"/>
                <a:gridCol w="1442466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功能模块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实现状态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优先级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负责人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配置管理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已完成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张三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工具函数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已完成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李四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母版管理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已完成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王五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Mermaid渲染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已完成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赵六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高度计算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已完成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P2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钱七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布局引擎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已完成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孙八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表格测试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3.3 表格内联格式测试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68680"/>
          <a:ext cx="5769864" cy="914400"/>
        </p:xfrm>
        <a:graphic>
          <a:graphicData uri="http://schemas.openxmlformats.org/drawingml/2006/table">
            <a:tbl>
              <a:tblPr/>
              <a:tblGrid>
                <a:gridCol w="1923288"/>
                <a:gridCol w="1923288"/>
                <a:gridCol w="1923288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格式类型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示例内容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加粗文本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重要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测试加粗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斜体文本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注意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测试斜体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加粗斜体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i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警告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测试加粗斜体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行内代码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code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测试代码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混合格式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测试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斜体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代码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测试混合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Mermaid 图表测试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4.1 简单流程图（应转为可编辑形状）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5626" y="868680"/>
            <a:ext cx="4615891" cy="8775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Mermaid 图表测试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4.2 中等复杂度流程图（应转为可编辑形状）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01685" y="868680"/>
            <a:ext cx="3463775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Mermaid 图表测试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4.3 复杂流程图（应使用 SVG 图片）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53696" y="868680"/>
            <a:ext cx="1959751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Mermaid 图表测试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4.4 时序图（应转为可编辑形状或 SVG）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5626" y="868680"/>
            <a:ext cx="4615891" cy="24641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5. 多级标题测试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5.1 三级标题示例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769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【5.1.1 四级标题】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5769864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这是四级标题下的内容。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689100"/>
            <a:ext cx="5769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【5.1.1.1 五级标题】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054860"/>
            <a:ext cx="5769864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这是五级标题下的内容，用于测试深层嵌套。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 长文本分页测试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6.1 长段落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769864" cy="546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这是一个很长的段落，用于测试自动分页功能。在实际使用中，当内容超过单页高度限制时，系统应该自动创建新的幻灯片。这个功能对于处理大量文本内容非常重要。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06220"/>
            <a:ext cx="5769864" cy="546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系统会根据内容的实际高度进行智能分页，确保每一页的内容都不会溢出边界。同时，系统还会保持标题的连续性，让读者能够清楚地知道当前内容属于哪个章节。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 长文本分页测试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6.2 长列表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5586984" cy="170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列表项 1：这是一个较长的列表项，包含了详细的说明文字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列表项 2：另一个长列表项，用于测试换行和高度计算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列表项 3：继续添加更多内容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列表项 4：测试多行文本的处理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列表项 5：验证列表的分页功能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列表项 6：确保所有内容都能正确显示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列表项 7：最后一个测试项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7. 混合内容测试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7.1 文本 + 代码 + 列表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769864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这是一段说明文字，下面是代码示例：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77620"/>
            <a:ext cx="5769864" cy="1115568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69060"/>
            <a:ext cx="558698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TestClass: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self.value = 0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increment(self):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self.value +=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484628"/>
            <a:ext cx="5769864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关键要点：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893568"/>
            <a:ext cx="55869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代码应该保持正确的缩进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语法高亮应该正常工作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代码块不应该被截断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7. 混合内容测试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7.2 表格 + Mermaid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769864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下面是系统架构：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5626" y="1277620"/>
            <a:ext cx="4615891" cy="14351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804163"/>
            <a:ext cx="5769864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对应的服务清单：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13103"/>
          <a:ext cx="5769864" cy="914400"/>
        </p:xfrm>
        <a:graphic>
          <a:graphicData uri="http://schemas.openxmlformats.org/drawingml/2006/table">
            <a:tbl>
              <a:tblPr/>
              <a:tblGrid>
                <a:gridCol w="1923288"/>
                <a:gridCol w="1923288"/>
                <a:gridCol w="1923288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服务名称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端口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状态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前端服务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3000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运行中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API网关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8080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运行中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业务服务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8081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运行中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数据服务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8082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运行中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8. 特殊字符测试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8.1 转义字符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769864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这里测试转义：*不是斜体*，`不是代码`，[不是链接]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8. 特殊字符测试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8.2 中英文混排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769864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This is English text mixed with 中文文本，用于测试 CJK 字符的处理和宽度计算。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9. 边界情况测试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9.2 单行内容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769864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这是一个单行测试。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9. 边界情况测试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9.3 超长单词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769864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Thisisaverylongwordwithoutanyspacestotestthewrappingfunctionality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10. 总结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5769864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本测试文档覆盖了以下功能点：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277620"/>
            <a:ext cx="5586984" cy="322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基础文本格式（加粗、斜体、代码）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列表（有序、无序、嵌套）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代码块（多种语言）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表格（简单、复杂）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5.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Mermaid 图表（流程图、时序图）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SVG 矢量图渲染</a:t>
            </a:r>
            <a:pPr lvl="1"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简单图表转可编辑形状</a:t>
            </a:r>
            <a:pPr lvl="1"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复杂图表使用 SVG 图片</a:t>
            </a:r>
            <a:pPr lvl="1"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多级标题（2-5级）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7.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长文本分页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8.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混合内容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9.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特殊字符处理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10.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边界情况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594860"/>
            <a:ext cx="5769864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预期覆盖度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: 约 75%（新增 SVG 可编辑功能测试）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5003800"/>
            <a:ext cx="5769864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测试目标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: 验证所有核心功能正常工作，生成的 PPT 格式正确。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5412740"/>
            <a:ext cx="5769864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SVG 可编辑测试说明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5821680"/>
            <a:ext cx="5586984" cy="939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4.1 简单流程图：3个节点，应转为可编辑形状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4.2 中等复杂度流程图：5个节点，应转为可编辑形状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4.3 复杂流程图：包含子图，应使用 SVG 图片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4.4 时序图：根据复杂度自动判断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11. 引述测试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11.1 简单引述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5769864" cy="438912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941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005840"/>
            <a:ext cx="522122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这是一段简单的引述内容，用于测试基本功能。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11. 引述测试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11.2 多行引述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5769864" cy="768096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941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005840"/>
            <a:ext cx="52212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这是第一行引述内容。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这是第二行引述内容。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这是第三行引述内容，用于测试多行合并显示。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11. 引述测试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11.3 引述内联格式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5769864" cy="438912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941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005840"/>
            <a:ext cx="522122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这段引述包含 </a:t>
            </a:r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加粗文本</a:t>
            </a:r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、</a:t>
            </a:r>
            <a:pPr algn="l" indent="0" marL="0">
              <a:buNone/>
            </a:pPr>
            <a:r>
              <a:rPr lang="en-US" sz="1000" i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斜体文本</a:t>
            </a:r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和 </a:t>
            </a:r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行内代码</a:t>
            </a:r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，用于测试内联格式的解析。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11. 引述测试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11.4 长引述（测试跨页）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5769864" cy="768096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941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005840"/>
            <a:ext cx="52212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一段较长的引述内容，用于测试跨页功能。当引述内容超过单页高度限制时，系统应该能够正确处理分页，确保内容完整显示。引述框的样式应该与代码块有所区别，使用浅蓝色背景和深蓝色边框，而代码块使用浅灰色背景和黑色边框。这样用户可以一眼区分出不同类型的内容块。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12. 数学公式测试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12.1 二次方程求根公式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51279" y="868680"/>
            <a:ext cx="3164586" cy="80634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12. 数学公式测试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12.2 定积分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30348" y="868680"/>
            <a:ext cx="2206447" cy="79735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12. 数学公式测试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12.3 欧拉公式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14346" y="868680"/>
            <a:ext cx="1638452" cy="33177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12. 数学公式测试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12.4 矩阵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26563" y="868680"/>
            <a:ext cx="1214018" cy="82753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12. 数学公式测试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12.5 求和公式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52726" y="868680"/>
            <a:ext cx="2561692" cy="9683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12. 数学公式测试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1576" y="155448"/>
            <a:ext cx="612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5861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12.6 极限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71827" y="868680"/>
            <a:ext cx="2923489" cy="8407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2026-04-20T06:03:23Z</dcterms:created>
  <dcterms:modified xsi:type="dcterms:W3CDTF">2026-04-20T06:03:23Z</dcterms:modified>
</cp:coreProperties>
</file>